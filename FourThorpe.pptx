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0ABE3-04F6-04B7-B471-392C84AB89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218000-70A9-DEAA-8C67-57BAB9D76E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D0FBB-50CE-04AF-A2EE-15BEF06B89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DB359-7DD5-A441-898E-CEBB72AF5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8B66E-84DF-5B44-15F7-FE3C482A3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11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F764A-713F-12B3-8EE0-7A62CCF06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C6CAA-3314-EB9F-06C1-7AFEE99ED8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C6C33-4AA4-A3E0-A0BE-9D3792187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F2DD4-E194-7FFA-230D-823C58DBD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FE6D47-C950-11AD-578E-38894006B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196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9E404-0340-D950-B898-4E1B5C718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8C512-0C7C-F0C0-D499-98B8260A6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D20972-BF0C-DBD2-502B-97AD03B9B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81193D-1D12-3715-09B1-94E673023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33AF31-8688-C809-10C7-CEAA47D09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520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1DB9E-82D4-089D-3C78-A8AE5E697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7F0C2-B0B0-F7B5-BDC1-5DBAFD64B3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90A378-09B6-3200-DB10-E957FA8E35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15387D-D1F4-B79B-5B18-6435C4F85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4060A-847A-163E-5C21-47615336C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5B78F-CA00-7E40-FAD5-9B5D82587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076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1E960-9AB8-5B04-C886-9B2D429B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8B12FF-B541-29BD-156A-EF75A67624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A9410B-45CA-C73B-4902-617D0D5D52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0BA06D-53F6-1411-437D-DF677CA25C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BDDAFC-8864-1288-DC86-B397BF6338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210A11-B09B-11FF-286D-484C52107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7E072F-6802-112E-296F-38D2DCA11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4D9075-716A-BF16-7BD4-C650E2700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723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62F50-6C78-5663-CA4B-1D629CD7F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41CF7-C1B1-69C9-9CDC-B2B7E038E1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F60736-DCE9-4370-FA87-D0C3EBFEF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D51ADA-82E9-E1EA-93C4-1FC0825A6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5387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05ADC6-01FF-EE1D-F01F-6C96016AA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BC3624-E6D9-EC90-4D8F-16200FF6B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87619A-43C3-240B-4311-47704334D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847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79FE8-2772-F52D-06DD-8388DFA1E9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0C04EB-F1A9-7103-0C6D-08F1E6E9C6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3AFA13-9CE4-4F80-BFF4-4B9D6E4773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12A09D-E2B7-27F5-0F59-F0043888E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4478DB-1518-2956-B859-E9622DDCA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DA869C-A305-C8FD-1983-DA3854240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889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B560D-79F1-10C7-ECB9-AFC9292BE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79669F-4694-EEB5-028E-B473B80052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6D049D-9BCA-03D1-06E9-4CA6142ECC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025D33-E9E4-294B-E0B8-E9015EDE0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B3802-F84F-8AFA-C03F-45D018784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417347-B2C7-375C-52D6-69BEF5C20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812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93ADC-D998-E076-3CCC-FE3AEA592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46C8EC-245B-EBDA-1852-57FA60366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A597F5-8180-813A-C042-D321398C3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D4FE26-9EE7-76F5-9312-7E8D2AA4E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A7969E-88E3-1DF8-C83F-9E64AEC85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795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3610E2-1B9A-CC48-6CE7-99A1AFFCE1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91DEDF-4674-FA5C-6EF9-FC9CA2F28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2C9B59-EB31-7857-0E09-222C24B0C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C1ADC-D4C3-DCFA-5F4E-9848A6690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8F4A71-F63F-B055-00E2-AC2F65FA9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6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FFE69B-FDC2-5404-195D-BDD3F6E87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D33C11-0BEF-65A0-B4DC-111D35B3F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8C171E-07AD-203B-6A5B-0FF65EEE4ED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927C0-F72B-4E8F-B6B6-21184C02AAA4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EB3785-754B-A585-E1CB-E65D3B750A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37E1F8-0B6C-279A-3A49-3040E3CB42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CA9BED-3D6C-4459-9526-888594CAEA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344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7DCC4-CE85-4EFB-A736-95BC549B4D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Blackjack Card Counters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9D5D9D-03FF-C586-34F9-C41868A8DB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Developed by Team </a:t>
            </a:r>
            <a:r>
              <a:rPr lang="en-US" dirty="0" err="1"/>
              <a:t>FourThorp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042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1159B-AF41-077A-5FE6-C12E60144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Robert -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436C4-E232-3EA1-6105-40B144EC4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Purpose of the project, goal</a:t>
            </a:r>
          </a:p>
        </p:txBody>
      </p:sp>
    </p:spTree>
    <p:extLst>
      <p:ext uri="{BB962C8B-B14F-4D97-AF65-F5344CB8AC3E}">
        <p14:creationId xmlns:p14="http://schemas.microsoft.com/office/powerpoint/2010/main" val="229111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343AF-D360-B6D9-6645-6275984B8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Matthew -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1B46A-DBCF-21D1-D3F2-7C52EC819E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Play ~2-4 hands to demonstrate operations.</a:t>
            </a:r>
          </a:p>
          <a:p>
            <a:r>
              <a:rPr lang="en-US" dirty="0"/>
              <a:t>Explain Running and True count</a:t>
            </a:r>
          </a:p>
          <a:p>
            <a:r>
              <a:rPr lang="en-US" dirty="0"/>
              <a:t>Tool not truth</a:t>
            </a:r>
          </a:p>
        </p:txBody>
      </p:sp>
    </p:spTree>
    <p:extLst>
      <p:ext uri="{BB962C8B-B14F-4D97-AF65-F5344CB8AC3E}">
        <p14:creationId xmlns:p14="http://schemas.microsoft.com/office/powerpoint/2010/main" val="3906036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9F9769-35FD-8B0F-B0B9-1B510470D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Kelton – Change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26321-8467-F7ED-3A46-7C28A2996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Original plan to incorporate Poker</a:t>
            </a:r>
          </a:p>
          <a:p>
            <a:r>
              <a:rPr lang="en-US" dirty="0"/>
              <a:t>Late development use of AI image recognition with middling accuracy of automating card counting.</a:t>
            </a:r>
          </a:p>
        </p:txBody>
      </p:sp>
    </p:spTree>
    <p:extLst>
      <p:ext uri="{BB962C8B-B14F-4D97-AF65-F5344CB8AC3E}">
        <p14:creationId xmlns:p14="http://schemas.microsoft.com/office/powerpoint/2010/main" val="3784717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8D4CB-8824-7AD8-F46D-FFE528714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Ryan – 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D8920E-7877-C2B9-43F8-E0D11A4B7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FourThorp</a:t>
            </a:r>
            <a:r>
              <a:rPr lang="en-US" dirty="0"/>
              <a:t> – Edward Thorp is one of the most notable individuals when it came to the invention of the Hi-Lo card counting system.</a:t>
            </a:r>
          </a:p>
          <a:p>
            <a:r>
              <a:rPr lang="en-US" dirty="0"/>
              <a:t>Why 3 programs? – It follows the “separation of concerns” principle. </a:t>
            </a:r>
            <a:r>
              <a:rPr lang="en-US" dirty="0" err="1"/>
              <a:t>HiLo_GUI_Trainer</a:t>
            </a:r>
            <a:r>
              <a:rPr lang="en-US" dirty="0"/>
              <a:t> acts as the User Interface, while </a:t>
            </a:r>
            <a:r>
              <a:rPr lang="en-US" dirty="0" err="1"/>
              <a:t>HiLoCounter</a:t>
            </a:r>
            <a:r>
              <a:rPr lang="en-US" dirty="0"/>
              <a:t> acts as the state handler, and </a:t>
            </a:r>
            <a:r>
              <a:rPr lang="en-US" dirty="0" err="1"/>
              <a:t>StrategyGuide</a:t>
            </a:r>
            <a:r>
              <a:rPr lang="en-US" dirty="0"/>
              <a:t> acts as the logic.</a:t>
            </a:r>
          </a:p>
          <a:p>
            <a:r>
              <a:rPr lang="en-US" dirty="0"/>
              <a:t>Why did you use a class app: for the GUI? Because the dashboard is the size it is, it was easier and faster to use a functional approach by using a global state variable instead.</a:t>
            </a:r>
          </a:p>
        </p:txBody>
      </p:sp>
    </p:spTree>
    <p:extLst>
      <p:ext uri="{BB962C8B-B14F-4D97-AF65-F5344CB8AC3E}">
        <p14:creationId xmlns:p14="http://schemas.microsoft.com/office/powerpoint/2010/main" val="2675434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DE340-A021-AC9B-80D3-7BD1DE19B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4A1D16-C677-62A5-319E-D772B3407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Ryan – Q&amp;A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5EC10-5C01-95BC-856E-694D56593D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use partial in the button loop? Can’t you just call the function normally? No, because when I call “command=click(rank)” it would start the function as soon as you start the app, which is not intended. Partial freezes the argument specified onto a specific button, so that a King will remember it’s a King for example.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0746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246</Words>
  <Application>Microsoft Office PowerPoint</Application>
  <PresentationFormat>Widescreen</PresentationFormat>
  <Paragraphs>17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Blackjack Card Counters</vt:lpstr>
      <vt:lpstr>Robert - Introduction</vt:lpstr>
      <vt:lpstr>Matthew - DEMO</vt:lpstr>
      <vt:lpstr>Kelton – Change History</vt:lpstr>
      <vt:lpstr>Ryan – Q&amp;A</vt:lpstr>
      <vt:lpstr>Ryan – Q&amp;A (cont.)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 J. Hallanger</dc:creator>
  <cp:lastModifiedBy>Robert J. Hallanger</cp:lastModifiedBy>
  <cp:revision>1</cp:revision>
  <dcterms:created xsi:type="dcterms:W3CDTF">2025-12-01T17:24:15Z</dcterms:created>
  <dcterms:modified xsi:type="dcterms:W3CDTF">2025-12-01T17:49:34Z</dcterms:modified>
</cp:coreProperties>
</file>